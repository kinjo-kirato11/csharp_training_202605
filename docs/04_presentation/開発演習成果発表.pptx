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2"/>
  </p:notesMasterIdLst>
  <p:sldIdLst>
    <p:sldId id="256" r:id="rId2"/>
    <p:sldId id="276" r:id="rId3"/>
    <p:sldId id="258" r:id="rId4"/>
    <p:sldId id="259" r:id="rId5"/>
    <p:sldId id="260" r:id="rId6"/>
    <p:sldId id="261" r:id="rId7"/>
    <p:sldId id="265" r:id="rId8"/>
    <p:sldId id="272" r:id="rId9"/>
    <p:sldId id="266" r:id="rId10"/>
    <p:sldId id="267" r:id="rId11"/>
    <p:sldId id="268" r:id="rId12"/>
    <p:sldId id="274" r:id="rId13"/>
    <p:sldId id="273" r:id="rId14"/>
    <p:sldId id="269" r:id="rId15"/>
    <p:sldId id="275" r:id="rId16"/>
    <p:sldId id="270" r:id="rId17"/>
    <p:sldId id="271" r:id="rId18"/>
    <p:sldId id="262" r:id="rId19"/>
    <p:sldId id="263" r:id="rId20"/>
    <p:sldId id="26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16BEFF-D313-4023-A551-2FFF1479069E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030E0D-B876-45F4-876C-73561D20D9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98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2E665-0568-468F-8697-C4B48CE945ED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07BBD-02DD-4B37-BFBA-25F4F32817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7510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2E665-0568-468F-8697-C4B48CE945ED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07BBD-02DD-4B37-BFBA-25F4F32817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8868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2E665-0568-468F-8697-C4B48CE945ED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07BBD-02DD-4B37-BFBA-25F4F32817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3355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2E665-0568-468F-8697-C4B48CE945ED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07BBD-02DD-4B37-BFBA-25F4F32817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1388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2E665-0568-468F-8697-C4B48CE945ED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07BBD-02DD-4B37-BFBA-25F4F32817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0775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2E665-0568-468F-8697-C4B48CE945ED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07BBD-02DD-4B37-BFBA-25F4F32817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6549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2E665-0568-468F-8697-C4B48CE945ED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07BBD-02DD-4B37-BFBA-25F4F32817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8868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2E665-0568-468F-8697-C4B48CE945ED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07BBD-02DD-4B37-BFBA-25F4F32817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5089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2E665-0568-468F-8697-C4B48CE945ED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07BBD-02DD-4B37-BFBA-25F4F32817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3932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2E665-0568-468F-8697-C4B48CE945ED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07BBD-02DD-4B37-BFBA-25F4F32817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1616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2E665-0568-468F-8697-C4B48CE945ED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07BBD-02DD-4B37-BFBA-25F4F32817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735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2E665-0568-468F-8697-C4B48CE945ED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07BBD-02DD-4B37-BFBA-25F4F32817E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775425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2E665-0568-468F-8697-C4B48CE945ED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07BBD-02DD-4B37-BFBA-25F4F32817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9080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2E665-0568-468F-8697-C4B48CE945ED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07BBD-02DD-4B37-BFBA-25F4F32817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37105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つの画像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2E665-0568-468F-8697-C4B48CE945ED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07BBD-02DD-4B37-BFBA-25F4F32817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29920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2E665-0568-468F-8697-C4B48CE945ED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07BBD-02DD-4B37-BFBA-25F4F32817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61109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2E665-0568-468F-8697-C4B48CE945ED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07BBD-02DD-4B37-BFBA-25F4F32817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2014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2E665-0568-468F-8697-C4B48CE945ED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07BBD-02DD-4B37-BFBA-25F4F32817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4411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DE2E665-0568-468F-8697-C4B48CE945ED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06507BBD-02DD-4B37-BFBA-25F4F32817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8678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kumimoji="1"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E6E6E6"/>
            </a:gs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6573074-B4F7-A424-A6C4-368D34D973B1}"/>
              </a:ext>
            </a:extLst>
          </p:cNvPr>
          <p:cNvSpPr txBox="1"/>
          <p:nvPr/>
        </p:nvSpPr>
        <p:spPr>
          <a:xfrm>
            <a:off x="1050471" y="2220685"/>
            <a:ext cx="100910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600" dirty="0"/>
              <a:t>開発演習成果発表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261F0AF-E3EA-A754-FA8A-79F41009F94D}"/>
              </a:ext>
            </a:extLst>
          </p:cNvPr>
          <p:cNvSpPr txBox="1"/>
          <p:nvPr/>
        </p:nvSpPr>
        <p:spPr>
          <a:xfrm>
            <a:off x="5399314" y="6013141"/>
            <a:ext cx="66351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dirty="0"/>
              <a:t>イシダシステム開発　金城綺来聖</a:t>
            </a:r>
          </a:p>
        </p:txBody>
      </p:sp>
    </p:spTree>
    <p:extLst>
      <p:ext uri="{BB962C8B-B14F-4D97-AF65-F5344CB8AC3E}">
        <p14:creationId xmlns:p14="http://schemas.microsoft.com/office/powerpoint/2010/main" val="137546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51C72-21A5-E91E-793C-05ED14CD8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E52CAFF-7AAB-A50E-0887-7646C74D1358}"/>
              </a:ext>
            </a:extLst>
          </p:cNvPr>
          <p:cNvSpPr txBox="1"/>
          <p:nvPr/>
        </p:nvSpPr>
        <p:spPr>
          <a:xfrm>
            <a:off x="4721264" y="45719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/>
              <a:t>発表の流れ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0FCE9EE-4FF6-A598-1DB2-5203F1CB2725}"/>
              </a:ext>
            </a:extLst>
          </p:cNvPr>
          <p:cNvSpPr txBox="1"/>
          <p:nvPr/>
        </p:nvSpPr>
        <p:spPr>
          <a:xfrm>
            <a:off x="2593277" y="1752600"/>
            <a:ext cx="71913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dirty="0"/>
              <a:t>１</a:t>
            </a:r>
            <a:r>
              <a:rPr kumimoji="1" lang="en-US" altLang="ja-JP" sz="3600" dirty="0"/>
              <a:t>.</a:t>
            </a:r>
            <a:r>
              <a:rPr kumimoji="1" lang="ja-JP" altLang="en-US" sz="3600" dirty="0"/>
              <a:t>開発スケジュールの計画との差異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7631576-503B-9646-7B47-DE787B221BD4}"/>
              </a:ext>
            </a:extLst>
          </p:cNvPr>
          <p:cNvSpPr txBox="1"/>
          <p:nvPr/>
        </p:nvSpPr>
        <p:spPr>
          <a:xfrm>
            <a:off x="2593277" y="2663280"/>
            <a:ext cx="33105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dirty="0"/>
              <a:t>2.</a:t>
            </a:r>
            <a:r>
              <a:rPr kumimoji="1" lang="ja-JP" altLang="en-US" sz="3600" dirty="0"/>
              <a:t>成果物の概要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D4370B9-2E47-4A7E-FB4A-C382A40BD2E5}"/>
              </a:ext>
            </a:extLst>
          </p:cNvPr>
          <p:cNvSpPr txBox="1"/>
          <p:nvPr/>
        </p:nvSpPr>
        <p:spPr>
          <a:xfrm>
            <a:off x="2593277" y="3573960"/>
            <a:ext cx="57711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dirty="0"/>
              <a:t>３</a:t>
            </a:r>
            <a:r>
              <a:rPr kumimoji="1" lang="en-US" altLang="ja-JP" sz="3600" dirty="0"/>
              <a:t>.</a:t>
            </a:r>
            <a:r>
              <a:rPr kumimoji="1" lang="ja-JP" altLang="en-US" sz="3600" dirty="0"/>
              <a:t>今回の研修で得られたこと</a:t>
            </a:r>
            <a:endParaRPr kumimoji="1" lang="en-US" altLang="ja-JP" sz="36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E912FB6-2198-45A3-33BD-D3E9ECFB980D}"/>
              </a:ext>
            </a:extLst>
          </p:cNvPr>
          <p:cNvSpPr txBox="1"/>
          <p:nvPr/>
        </p:nvSpPr>
        <p:spPr>
          <a:xfrm>
            <a:off x="2593277" y="4444032"/>
            <a:ext cx="43364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dirty="0"/>
              <a:t>4 .</a:t>
            </a:r>
            <a:r>
              <a:rPr kumimoji="1" lang="ja-JP" altLang="en-US" sz="3600" dirty="0"/>
              <a:t>困難だと感じたこと</a:t>
            </a:r>
            <a:endParaRPr kumimoji="1" lang="en-US" altLang="ja-JP" sz="3600" dirty="0"/>
          </a:p>
          <a:p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0617B4-E890-A2B1-82E9-1C1C8E131EC6}"/>
              </a:ext>
            </a:extLst>
          </p:cNvPr>
          <p:cNvSpPr txBox="1"/>
          <p:nvPr/>
        </p:nvSpPr>
        <p:spPr>
          <a:xfrm>
            <a:off x="2593277" y="5192914"/>
            <a:ext cx="518282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dirty="0"/>
              <a:t>5 .</a:t>
            </a:r>
            <a:r>
              <a:rPr kumimoji="1" lang="ja-JP" altLang="en-US" sz="3600" dirty="0"/>
              <a:t>研修を通して感じたこと</a:t>
            </a:r>
            <a:endParaRPr kumimoji="1" lang="en-US" altLang="ja-JP" sz="3600" dirty="0"/>
          </a:p>
          <a:p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198CC29-6A0E-7152-E51C-D1541F730590}"/>
              </a:ext>
            </a:extLst>
          </p:cNvPr>
          <p:cNvSpPr txBox="1"/>
          <p:nvPr/>
        </p:nvSpPr>
        <p:spPr>
          <a:xfrm>
            <a:off x="2593277" y="5941796"/>
            <a:ext cx="50529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dirty="0"/>
              <a:t>6 .</a:t>
            </a:r>
            <a:r>
              <a:rPr kumimoji="1" lang="ja-JP" altLang="en-US" sz="3600" dirty="0"/>
              <a:t>今後勉強したいスキル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05860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7C4A3-B84E-8F62-204F-C7A5D938F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EF62606-CD49-7164-D479-50ACD3A9AAF0}"/>
              </a:ext>
            </a:extLst>
          </p:cNvPr>
          <p:cNvSpPr txBox="1"/>
          <p:nvPr/>
        </p:nvSpPr>
        <p:spPr>
          <a:xfrm>
            <a:off x="2614363" y="108856"/>
            <a:ext cx="78790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/>
              <a:t>開発スケジュール（最初の計画）</a:t>
            </a:r>
            <a:endParaRPr kumimoji="1" lang="ja-JP" altLang="en-US" sz="40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34624DF6-EE0A-2EAB-575E-3996FF6741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557" y="816742"/>
            <a:ext cx="8631986" cy="6046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934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435F9-2F92-BBFC-5959-0C3C46F90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2CCE71E-9045-3267-A379-FE0442792D6E}"/>
              </a:ext>
            </a:extLst>
          </p:cNvPr>
          <p:cNvSpPr txBox="1"/>
          <p:nvPr/>
        </p:nvSpPr>
        <p:spPr>
          <a:xfrm>
            <a:off x="3951823" y="235558"/>
            <a:ext cx="63401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/>
              <a:t>開発スケジュール（実績）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C7B5220-05DF-8807-4ACF-52D3823742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126" y="943444"/>
            <a:ext cx="9729748" cy="591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61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ACE6C-3DD8-3E07-70F8-D1CF2D05F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4F9DAA8-EC53-ED9C-C0CC-9919DFCA4FBE}"/>
              </a:ext>
            </a:extLst>
          </p:cNvPr>
          <p:cNvSpPr txBox="1"/>
          <p:nvPr/>
        </p:nvSpPr>
        <p:spPr>
          <a:xfrm>
            <a:off x="2925901" y="225202"/>
            <a:ext cx="63401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/>
              <a:t>開発スケジュール（差異）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D284BF2-E61C-6D94-D8F9-8BB787C20880}"/>
              </a:ext>
            </a:extLst>
          </p:cNvPr>
          <p:cNvSpPr txBox="1"/>
          <p:nvPr/>
        </p:nvSpPr>
        <p:spPr>
          <a:xfrm>
            <a:off x="0" y="2318657"/>
            <a:ext cx="1088631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dirty="0"/>
              <a:t>ドキュメント類</a:t>
            </a:r>
            <a:endParaRPr kumimoji="1" lang="en-US" altLang="ja-JP" sz="3600" dirty="0"/>
          </a:p>
          <a:p>
            <a:endParaRPr kumimoji="1" lang="en-US" altLang="ja-JP" sz="3600" dirty="0"/>
          </a:p>
          <a:p>
            <a:r>
              <a:rPr kumimoji="1" lang="en-US" altLang="ja-JP" sz="3600" dirty="0"/>
              <a:t>	</a:t>
            </a:r>
            <a:r>
              <a:rPr kumimoji="1" lang="ja-JP" altLang="en-US" sz="3600" dirty="0"/>
              <a:t>・クラス図、シーケンス図は途中までしかできなかった</a:t>
            </a:r>
            <a:endParaRPr kumimoji="1" lang="en-US" altLang="ja-JP" sz="3600" dirty="0"/>
          </a:p>
          <a:p>
            <a:r>
              <a:rPr kumimoji="1" lang="en-US" altLang="ja-JP" sz="3600" dirty="0"/>
              <a:t>	</a:t>
            </a:r>
            <a:r>
              <a:rPr kumimoji="1" lang="ja-JP" altLang="en-US" sz="3600" dirty="0"/>
              <a:t>・テストについては全く手つかずになってしまった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71536D0-BA1E-539A-886E-0509F8B853C9}"/>
              </a:ext>
            </a:extLst>
          </p:cNvPr>
          <p:cNvSpPr txBox="1"/>
          <p:nvPr/>
        </p:nvSpPr>
        <p:spPr>
          <a:xfrm>
            <a:off x="422910" y="4579092"/>
            <a:ext cx="7585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dirty="0"/>
              <a:t>・</a:t>
            </a:r>
            <a:r>
              <a:rPr kumimoji="1" lang="en-US" altLang="ja-JP" sz="3600" dirty="0"/>
              <a:t>ER</a:t>
            </a:r>
            <a:r>
              <a:rPr kumimoji="1" lang="ja-JP" altLang="en-US" sz="3600" dirty="0"/>
              <a:t>図以外は計画と差異が出ている</a:t>
            </a:r>
          </a:p>
        </p:txBody>
      </p:sp>
    </p:spTree>
    <p:extLst>
      <p:ext uri="{BB962C8B-B14F-4D97-AF65-F5344CB8AC3E}">
        <p14:creationId xmlns:p14="http://schemas.microsoft.com/office/powerpoint/2010/main" val="2529337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8C32C-0E1D-9C41-ED8E-4357A5E4C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E7402D2-1DE5-5748-1403-ED4FD92A69AA}"/>
              </a:ext>
            </a:extLst>
          </p:cNvPr>
          <p:cNvSpPr txBox="1"/>
          <p:nvPr/>
        </p:nvSpPr>
        <p:spPr>
          <a:xfrm>
            <a:off x="2925901" y="225202"/>
            <a:ext cx="63401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/>
              <a:t>開発スケジュール（差異）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70740D7-88F7-D3A5-5B40-E404C1E7BCA3}"/>
              </a:ext>
            </a:extLst>
          </p:cNvPr>
          <p:cNvSpPr txBox="1"/>
          <p:nvPr/>
        </p:nvSpPr>
        <p:spPr>
          <a:xfrm>
            <a:off x="0" y="2318657"/>
            <a:ext cx="1018259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dirty="0"/>
              <a:t>機能開発</a:t>
            </a:r>
            <a:endParaRPr kumimoji="1" lang="en-US" altLang="ja-JP" sz="3600" dirty="0"/>
          </a:p>
          <a:p>
            <a:r>
              <a:rPr kumimoji="1" lang="en-US" altLang="ja-JP" sz="3600" dirty="0"/>
              <a:t>	</a:t>
            </a:r>
            <a:r>
              <a:rPr kumimoji="1" lang="ja-JP" altLang="en-US" sz="3600" dirty="0"/>
              <a:t>・全体的に開発が遅れた</a:t>
            </a:r>
            <a:endParaRPr kumimoji="1" lang="en-US" altLang="ja-JP" sz="3600" dirty="0"/>
          </a:p>
          <a:p>
            <a:r>
              <a:rPr kumimoji="1" lang="en-US" altLang="ja-JP" sz="3600" dirty="0"/>
              <a:t>	</a:t>
            </a:r>
            <a:r>
              <a:rPr kumimoji="1" lang="ja-JP" altLang="en-US" sz="3600" dirty="0"/>
              <a:t>・計画していた機能を一つ作ることができなかった</a:t>
            </a:r>
          </a:p>
        </p:txBody>
      </p:sp>
    </p:spTree>
    <p:extLst>
      <p:ext uri="{BB962C8B-B14F-4D97-AF65-F5344CB8AC3E}">
        <p14:creationId xmlns:p14="http://schemas.microsoft.com/office/powerpoint/2010/main" val="1754557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F25CC-7F63-3013-A413-CA6535590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6D81739-C0DC-B98D-B0F3-95603342C243}"/>
              </a:ext>
            </a:extLst>
          </p:cNvPr>
          <p:cNvSpPr txBox="1"/>
          <p:nvPr/>
        </p:nvSpPr>
        <p:spPr>
          <a:xfrm>
            <a:off x="4464784" y="372007"/>
            <a:ext cx="32624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 dirty="0"/>
              <a:t>成果物の概要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829FF32-0D39-E65C-C809-344CB58A42E4}"/>
              </a:ext>
            </a:extLst>
          </p:cNvPr>
          <p:cNvSpPr txBox="1"/>
          <p:nvPr/>
        </p:nvSpPr>
        <p:spPr>
          <a:xfrm>
            <a:off x="4464782" y="2534864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dirty="0"/>
              <a:t>・部署登録機能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A90EEE8-D0FF-467F-A7C6-933E5EFC1351}"/>
              </a:ext>
            </a:extLst>
          </p:cNvPr>
          <p:cNvSpPr txBox="1"/>
          <p:nvPr/>
        </p:nvSpPr>
        <p:spPr>
          <a:xfrm>
            <a:off x="4464783" y="3538336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dirty="0"/>
              <a:t>・社員登録機能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6EE483E-CCA6-B25B-B9A4-FB90CB1D0290}"/>
              </a:ext>
            </a:extLst>
          </p:cNvPr>
          <p:cNvSpPr txBox="1"/>
          <p:nvPr/>
        </p:nvSpPr>
        <p:spPr>
          <a:xfrm>
            <a:off x="4464782" y="1437034"/>
            <a:ext cx="4108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dirty="0"/>
              <a:t>・部署一覧表示機能</a:t>
            </a:r>
          </a:p>
        </p:txBody>
      </p:sp>
    </p:spTree>
    <p:extLst>
      <p:ext uri="{BB962C8B-B14F-4D97-AF65-F5344CB8AC3E}">
        <p14:creationId xmlns:p14="http://schemas.microsoft.com/office/powerpoint/2010/main" val="2075810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D2DF7-4D70-85DF-5DC6-8900964BF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8439B05-79AA-D058-4411-E73F8F293E12}"/>
              </a:ext>
            </a:extLst>
          </p:cNvPr>
          <p:cNvSpPr txBox="1"/>
          <p:nvPr/>
        </p:nvSpPr>
        <p:spPr>
          <a:xfrm>
            <a:off x="306441" y="299524"/>
            <a:ext cx="32624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 dirty="0"/>
              <a:t>成果物の概要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9179FC2-6397-367C-ECC1-7D963967C380}"/>
              </a:ext>
            </a:extLst>
          </p:cNvPr>
          <p:cNvSpPr txBox="1"/>
          <p:nvPr/>
        </p:nvSpPr>
        <p:spPr>
          <a:xfrm>
            <a:off x="4268841" y="361079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dirty="0"/>
              <a:t>・部署表示機能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8E64D2C-D8AD-7D01-7A01-65D217CC72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016" y="1524195"/>
            <a:ext cx="12192000" cy="483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702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E4E54-BB5C-38C8-681D-9BB9C49C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5BAAB99-93DF-1136-900F-240532DBCDBE}"/>
              </a:ext>
            </a:extLst>
          </p:cNvPr>
          <p:cNvSpPr txBox="1"/>
          <p:nvPr/>
        </p:nvSpPr>
        <p:spPr>
          <a:xfrm>
            <a:off x="175813" y="208721"/>
            <a:ext cx="32624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 dirty="0"/>
              <a:t>成果物の概要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26D1F2F-EF7E-E85C-AA29-00491BFECD89}"/>
              </a:ext>
            </a:extLst>
          </p:cNvPr>
          <p:cNvSpPr txBox="1"/>
          <p:nvPr/>
        </p:nvSpPr>
        <p:spPr>
          <a:xfrm>
            <a:off x="3844299" y="270276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dirty="0"/>
              <a:t>・部署登録機能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AB068CF-8BEC-27D7-42B8-A0BAF0E0D2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13" y="916607"/>
            <a:ext cx="11741185" cy="573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657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6F3E8-68ED-5186-92DD-B00225877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1EEFD0D-E55C-2698-4187-4DEE264346CB}"/>
              </a:ext>
            </a:extLst>
          </p:cNvPr>
          <p:cNvSpPr txBox="1"/>
          <p:nvPr/>
        </p:nvSpPr>
        <p:spPr>
          <a:xfrm>
            <a:off x="197584" y="241378"/>
            <a:ext cx="32624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 dirty="0"/>
              <a:t>成果物の概要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9A28430-2B34-47F9-BC30-260BD14011A0}"/>
              </a:ext>
            </a:extLst>
          </p:cNvPr>
          <p:cNvSpPr txBox="1"/>
          <p:nvPr/>
        </p:nvSpPr>
        <p:spPr>
          <a:xfrm>
            <a:off x="3789870" y="302933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dirty="0"/>
              <a:t>・部署登録機能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23C2B00-C38D-BB81-C421-87B19BB12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84" y="975154"/>
            <a:ext cx="10969466" cy="557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133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42959-14AE-0F7E-52C9-11A9CEAF0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1303E39-989E-155E-681A-6525E169D0EA}"/>
              </a:ext>
            </a:extLst>
          </p:cNvPr>
          <p:cNvSpPr txBox="1"/>
          <p:nvPr/>
        </p:nvSpPr>
        <p:spPr>
          <a:xfrm>
            <a:off x="241127" y="235164"/>
            <a:ext cx="32624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 dirty="0"/>
              <a:t>成果物の概要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FE2561E-9580-A07C-466E-2C65CD7C56F9}"/>
              </a:ext>
            </a:extLst>
          </p:cNvPr>
          <p:cNvSpPr txBox="1"/>
          <p:nvPr/>
        </p:nvSpPr>
        <p:spPr>
          <a:xfrm>
            <a:off x="3648356" y="296719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dirty="0"/>
              <a:t>・部署登録機能</a:t>
            </a: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6C274981-71A9-0342-E946-EA02BC390F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0" y="1505713"/>
            <a:ext cx="12049840" cy="4318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066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74731-F735-4BE5-3199-C15F37C09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0C0177B-E197-868B-85C8-019207604996}"/>
              </a:ext>
            </a:extLst>
          </p:cNvPr>
          <p:cNvSpPr txBox="1"/>
          <p:nvPr/>
        </p:nvSpPr>
        <p:spPr>
          <a:xfrm>
            <a:off x="241127" y="235164"/>
            <a:ext cx="32624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 dirty="0"/>
              <a:t>成果物の概要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5CB4017-BFC8-DEF3-F71A-D63AF92D1FF1}"/>
              </a:ext>
            </a:extLst>
          </p:cNvPr>
          <p:cNvSpPr txBox="1"/>
          <p:nvPr/>
        </p:nvSpPr>
        <p:spPr>
          <a:xfrm>
            <a:off x="3648356" y="296719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dirty="0"/>
              <a:t>・部署登録機能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21DB383-03C4-8C4F-4CDF-852F397C13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3940"/>
            <a:ext cx="12137571" cy="461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556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BD3A6-3FC2-4020-9255-5E35C5972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EDB10A3-038D-33F5-8271-96D80DE9B578}"/>
              </a:ext>
            </a:extLst>
          </p:cNvPr>
          <p:cNvSpPr txBox="1"/>
          <p:nvPr/>
        </p:nvSpPr>
        <p:spPr>
          <a:xfrm>
            <a:off x="241127" y="235164"/>
            <a:ext cx="32624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 dirty="0"/>
              <a:t>成果物の概要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3B38E06-CD10-DEC8-C6AE-841C26342741}"/>
              </a:ext>
            </a:extLst>
          </p:cNvPr>
          <p:cNvSpPr txBox="1"/>
          <p:nvPr/>
        </p:nvSpPr>
        <p:spPr>
          <a:xfrm>
            <a:off x="3648356" y="296719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dirty="0"/>
              <a:t>・社員登録機能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7D1ED761-95A1-DF21-8690-47A121327F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14" y="1226044"/>
            <a:ext cx="12121286" cy="486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192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B3E05-41DC-4CAE-5D9B-EE8849A2F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80F25D4-7F13-8F56-3C73-2D01A925287E}"/>
              </a:ext>
            </a:extLst>
          </p:cNvPr>
          <p:cNvSpPr txBox="1"/>
          <p:nvPr/>
        </p:nvSpPr>
        <p:spPr>
          <a:xfrm>
            <a:off x="132270" y="132521"/>
            <a:ext cx="32624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/>
              <a:t>成果物の概要</a:t>
            </a:r>
            <a:endParaRPr kumimoji="1" lang="ja-JP" altLang="en-US" sz="4000" b="1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E1D267D-61E5-F974-9B0D-F75C094560C0}"/>
              </a:ext>
            </a:extLst>
          </p:cNvPr>
          <p:cNvSpPr txBox="1"/>
          <p:nvPr/>
        </p:nvSpPr>
        <p:spPr>
          <a:xfrm>
            <a:off x="3735441" y="194076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dirty="0"/>
              <a:t>・社員登録機能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4B05FCD-70E8-EBDE-97CF-F2506D464F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70" y="978163"/>
            <a:ext cx="11427412" cy="574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700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89FC5-3D26-02EB-AF3C-CC5E2D4F6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300B34E-96E8-55F3-3878-6E6C821A963E}"/>
              </a:ext>
            </a:extLst>
          </p:cNvPr>
          <p:cNvSpPr txBox="1"/>
          <p:nvPr/>
        </p:nvSpPr>
        <p:spPr>
          <a:xfrm>
            <a:off x="132270" y="132521"/>
            <a:ext cx="32624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/>
              <a:t>成果物の概要</a:t>
            </a:r>
            <a:endParaRPr kumimoji="1" lang="ja-JP" altLang="en-US" sz="4000" b="1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BC70B90-F8CE-81E7-1F08-1700FB695AF9}"/>
              </a:ext>
            </a:extLst>
          </p:cNvPr>
          <p:cNvSpPr txBox="1"/>
          <p:nvPr/>
        </p:nvSpPr>
        <p:spPr>
          <a:xfrm>
            <a:off x="3735441" y="194076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dirty="0"/>
              <a:t>・社員登録機能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42B75AD-98B5-7A86-D4A9-19E093EDEA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06911"/>
            <a:ext cx="12192000" cy="464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483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33CB5-79E8-B9A0-BDF3-AC3D0DDA2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6E56F69-A87F-8D97-73EC-EC8E53585296}"/>
              </a:ext>
            </a:extLst>
          </p:cNvPr>
          <p:cNvSpPr txBox="1"/>
          <p:nvPr/>
        </p:nvSpPr>
        <p:spPr>
          <a:xfrm>
            <a:off x="208470" y="263150"/>
            <a:ext cx="32624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 dirty="0"/>
              <a:t>成果物の概要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1F19C9A-C710-1131-E0D9-0B24AC8E515E}"/>
              </a:ext>
            </a:extLst>
          </p:cNvPr>
          <p:cNvSpPr txBox="1"/>
          <p:nvPr/>
        </p:nvSpPr>
        <p:spPr>
          <a:xfrm>
            <a:off x="4073005" y="293927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dirty="0"/>
              <a:t>・社員登録機能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02E299B-876C-1190-5A46-486EF031B6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56" y="1330264"/>
            <a:ext cx="11925374" cy="3894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2846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877F7-E49C-F3FE-8AA8-14F9595E2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4178AFA-D9CC-3A84-6404-CDF538BD4321}"/>
              </a:ext>
            </a:extLst>
          </p:cNvPr>
          <p:cNvSpPr txBox="1"/>
          <p:nvPr/>
        </p:nvSpPr>
        <p:spPr>
          <a:xfrm>
            <a:off x="306441" y="299524"/>
            <a:ext cx="32624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 dirty="0"/>
              <a:t>成果物の概要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59129EE-E725-C050-E63B-E3F810FBAA2F}"/>
              </a:ext>
            </a:extLst>
          </p:cNvPr>
          <p:cNvSpPr txBox="1"/>
          <p:nvPr/>
        </p:nvSpPr>
        <p:spPr>
          <a:xfrm>
            <a:off x="4268841" y="361079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dirty="0"/>
              <a:t>・社員登録機能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2FE16E5-0B87-0A2B-795F-E480149F2C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6913"/>
            <a:ext cx="12122760" cy="4925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9446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A5557-5FE1-3058-6271-2118AE6EF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40FAFBC-39A7-7321-2B36-161F583B0CAC}"/>
              </a:ext>
            </a:extLst>
          </p:cNvPr>
          <p:cNvSpPr txBox="1"/>
          <p:nvPr/>
        </p:nvSpPr>
        <p:spPr>
          <a:xfrm>
            <a:off x="3544552" y="355830"/>
            <a:ext cx="48013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/>
              <a:t>困難だと感じたこと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2FC0FD3-E687-264F-4A49-658E78F156FF}"/>
              </a:ext>
            </a:extLst>
          </p:cNvPr>
          <p:cNvSpPr txBox="1"/>
          <p:nvPr/>
        </p:nvSpPr>
        <p:spPr>
          <a:xfrm>
            <a:off x="0" y="1654629"/>
            <a:ext cx="1180964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en-US" altLang="ja-JP" sz="3600" dirty="0"/>
          </a:p>
          <a:p>
            <a:r>
              <a:rPr kumimoji="1" lang="en-US" altLang="ja-JP" sz="3600" dirty="0"/>
              <a:t>	</a:t>
            </a:r>
            <a:r>
              <a:rPr kumimoji="1" lang="ja-JP" altLang="en-US" sz="3600" dirty="0"/>
              <a:t>・コードを書く前に内部設計をやること</a:t>
            </a:r>
            <a:endParaRPr lang="en-US" altLang="ja-JP" sz="3600" dirty="0"/>
          </a:p>
          <a:p>
            <a:r>
              <a:rPr lang="en-US" altLang="ja-JP" sz="3600" dirty="0"/>
              <a:t>	</a:t>
            </a:r>
          </a:p>
          <a:p>
            <a:r>
              <a:rPr lang="ja-JP" altLang="en-US" sz="3600" dirty="0"/>
              <a:t>どう克服するか→設計時に機能ごとにどうゆう処理があれば</a:t>
            </a:r>
            <a:endParaRPr lang="en-US" altLang="ja-JP" sz="3600" dirty="0"/>
          </a:p>
          <a:p>
            <a:r>
              <a:rPr lang="en-US" altLang="ja-JP" sz="3600" dirty="0"/>
              <a:t>			</a:t>
            </a:r>
            <a:r>
              <a:rPr lang="ja-JP" altLang="en-US" sz="3600" dirty="0"/>
              <a:t>    　　　　　その機能を実現できるかを考える。</a:t>
            </a:r>
            <a:endParaRPr kumimoji="1" lang="en-US" altLang="ja-JP" sz="3600" dirty="0"/>
          </a:p>
        </p:txBody>
      </p:sp>
    </p:spTree>
    <p:extLst>
      <p:ext uri="{BB962C8B-B14F-4D97-AF65-F5344CB8AC3E}">
        <p14:creationId xmlns:p14="http://schemas.microsoft.com/office/powerpoint/2010/main" val="14164746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28D64-D4D7-43B4-73DF-B74F99088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7EB2213-9924-5C00-7286-8A7006EDC9A2}"/>
              </a:ext>
            </a:extLst>
          </p:cNvPr>
          <p:cNvSpPr txBox="1"/>
          <p:nvPr/>
        </p:nvSpPr>
        <p:spPr>
          <a:xfrm>
            <a:off x="3544552" y="355830"/>
            <a:ext cx="51988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/>
              <a:t>研修を通して感じたこと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97D3334-6B38-711D-266B-12692E1D2447}"/>
              </a:ext>
            </a:extLst>
          </p:cNvPr>
          <p:cNvSpPr txBox="1"/>
          <p:nvPr/>
        </p:nvSpPr>
        <p:spPr>
          <a:xfrm>
            <a:off x="1501633" y="1230086"/>
            <a:ext cx="91887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en-US" altLang="ja-JP" sz="3600" dirty="0"/>
          </a:p>
          <a:p>
            <a:r>
              <a:rPr kumimoji="1" lang="en-US" altLang="ja-JP" sz="3600" dirty="0"/>
              <a:t>	</a:t>
            </a:r>
            <a:r>
              <a:rPr kumimoji="1" lang="ja-JP" altLang="en-US" sz="3600" dirty="0"/>
              <a:t>・思ったよりもコードを書く以外の作業が多い</a:t>
            </a:r>
            <a:endParaRPr kumimoji="1" lang="en-US" altLang="ja-JP" sz="36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DEC4557-17F0-6A08-5CF8-000714CDAA70}"/>
              </a:ext>
            </a:extLst>
          </p:cNvPr>
          <p:cNvSpPr txBox="1"/>
          <p:nvPr/>
        </p:nvSpPr>
        <p:spPr>
          <a:xfrm>
            <a:off x="1501633" y="1996620"/>
            <a:ext cx="998382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en-US" altLang="ja-JP" sz="3600" dirty="0"/>
          </a:p>
          <a:p>
            <a:r>
              <a:rPr kumimoji="1" lang="en-US" altLang="ja-JP" sz="3600" dirty="0"/>
              <a:t>	</a:t>
            </a:r>
            <a:r>
              <a:rPr kumimoji="1" lang="ja-JP" altLang="en-US" sz="3600" dirty="0"/>
              <a:t>・アーキテクチャなどの設計手法の理解が難しい</a:t>
            </a:r>
            <a:endParaRPr kumimoji="1" lang="en-US" altLang="ja-JP" sz="3600" dirty="0"/>
          </a:p>
        </p:txBody>
      </p:sp>
    </p:spTree>
    <p:extLst>
      <p:ext uri="{BB962C8B-B14F-4D97-AF65-F5344CB8AC3E}">
        <p14:creationId xmlns:p14="http://schemas.microsoft.com/office/powerpoint/2010/main" val="29572260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95EE8-7274-E3A0-B085-8A61D70E2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9F4151F-014E-A935-60A2-BEA5EF7124AA}"/>
              </a:ext>
            </a:extLst>
          </p:cNvPr>
          <p:cNvSpPr txBox="1"/>
          <p:nvPr/>
        </p:nvSpPr>
        <p:spPr>
          <a:xfrm>
            <a:off x="3544552" y="355830"/>
            <a:ext cx="53142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/>
              <a:t>今後勉強したいスキル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0BE62DE-440B-F2CF-78FB-6D6C5BF96170}"/>
              </a:ext>
            </a:extLst>
          </p:cNvPr>
          <p:cNvSpPr txBox="1"/>
          <p:nvPr/>
        </p:nvSpPr>
        <p:spPr>
          <a:xfrm>
            <a:off x="1567611" y="1393371"/>
            <a:ext cx="84946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en-US" altLang="ja-JP" sz="3600" dirty="0"/>
          </a:p>
          <a:p>
            <a:r>
              <a:rPr kumimoji="1" lang="en-US" altLang="ja-JP" sz="3600" dirty="0"/>
              <a:t>	</a:t>
            </a:r>
            <a:r>
              <a:rPr kumimoji="1" lang="ja-JP" altLang="en-US" sz="3600" dirty="0"/>
              <a:t>・内部設計に必要なプロセスの詳細化</a:t>
            </a:r>
            <a:endParaRPr kumimoji="1" lang="en-US" altLang="ja-JP" sz="36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3EB6C16-C6E9-77CC-3CA6-CCA3AEFF49F5}"/>
              </a:ext>
            </a:extLst>
          </p:cNvPr>
          <p:cNvSpPr txBox="1"/>
          <p:nvPr/>
        </p:nvSpPr>
        <p:spPr>
          <a:xfrm>
            <a:off x="1575758" y="2228671"/>
            <a:ext cx="818044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en-US" altLang="ja-JP" sz="3600" dirty="0"/>
          </a:p>
          <a:p>
            <a:r>
              <a:rPr kumimoji="1" lang="en-US" altLang="ja-JP" sz="3600" dirty="0"/>
              <a:t>	</a:t>
            </a:r>
            <a:r>
              <a:rPr kumimoji="1" lang="ja-JP" altLang="en-US" sz="3600" dirty="0"/>
              <a:t>・求められた機能を作るコードの実装力</a:t>
            </a:r>
            <a:endParaRPr kumimoji="1" lang="en-US" altLang="ja-JP" sz="3600" dirty="0"/>
          </a:p>
        </p:txBody>
      </p:sp>
    </p:spTree>
    <p:extLst>
      <p:ext uri="{BB962C8B-B14F-4D97-AF65-F5344CB8AC3E}">
        <p14:creationId xmlns:p14="http://schemas.microsoft.com/office/powerpoint/2010/main" val="2970996356"/>
      </p:ext>
    </p:extLst>
  </p:cSld>
  <p:clrMapOvr>
    <a:masterClrMapping/>
  </p:clrMapOvr>
</p:sld>
</file>

<file path=ppt/theme/theme1.xml><?xml version="1.0" encoding="utf-8"?>
<a:theme xmlns:a="http://schemas.openxmlformats.org/drawingml/2006/main" name="しずく">
  <a:themeElements>
    <a:clrScheme name="しずく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しずく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しずく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233</TotalTime>
  <Words>315</Words>
  <Application>Microsoft Office PowerPoint</Application>
  <PresentationFormat>ワイド画面</PresentationFormat>
  <Paragraphs>61</Paragraphs>
  <Slides>20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4" baseType="lpstr">
      <vt:lpstr>游ゴシック</vt:lpstr>
      <vt:lpstr>Arial</vt:lpstr>
      <vt:lpstr>Tw Cen MT</vt:lpstr>
      <vt:lpstr>しずく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opnewemp005</dc:creator>
  <cp:lastModifiedBy>opnewemp005</cp:lastModifiedBy>
  <cp:revision>25</cp:revision>
  <dcterms:created xsi:type="dcterms:W3CDTF">2026-05-28T04:31:03Z</dcterms:created>
  <dcterms:modified xsi:type="dcterms:W3CDTF">2026-05-28T08:24:11Z</dcterms:modified>
</cp:coreProperties>
</file>